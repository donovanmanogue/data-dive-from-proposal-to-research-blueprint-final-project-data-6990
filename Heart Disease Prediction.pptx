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2790-94C6-1897-6E13-C59EA833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1DC9A-83EE-1FD4-2E2B-8D61B8893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0A43D-6550-7E2F-1980-B4AA0C95E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18C3B-F93B-9CD5-898E-5073D1F7E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38A3-E416-19EA-D0F4-A3CFDB1D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9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1692-FEDA-8A82-9B16-219C4064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7458F-9F48-370F-4F34-829F436D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DCC14-E413-4DA4-B8B3-A155C071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3EA71-A8A7-F8FF-372E-9CC83F71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4FCD-5856-8C27-8B09-058816F3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3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17A7-6BC0-0A48-0D0F-02B1AEA8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14E14-469D-21EC-C695-98C833A11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7B801-71E9-4391-77E2-F55CEE76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ACFFF-0FFA-55C9-AB58-76C66598B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5687-A17F-A624-6BD7-A78F842A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6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7833-1583-33E9-4D28-C43F9ADB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06594-5779-E8C9-D8BD-44A8811FB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00060-9195-E214-512A-49EADBEB9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D17D5-78C5-E006-442B-3C256B145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7986-3077-4E57-97BE-6DA7321E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6FBA2-A8BE-4916-B80B-6E3349B6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59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AE11-C523-A4E4-534A-9DC17107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8D94E-A8E6-9AA5-D351-BE9B3B6CB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08790-AE70-FB93-3D38-C76728533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701B7-765C-4151-348C-DE8E0BEF2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72896-5459-4FB8-F8C5-52D0336E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DA036B-2F48-ACB4-AE86-122A91E7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8F0C32-C8EF-4515-5156-93FE3A58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57411-145C-8E2F-33C8-9A538A1A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6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E3FA-3B3E-84F8-FDD2-859CDA00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46E7C-87C8-D6C0-FC3B-CAF20AE05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23137-BAF4-2F5E-3079-71C9B227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078A3-8E9D-346A-FAA9-F346103D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9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CEAF8-D083-F54F-F6A5-E40EA7AB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44A49-D644-2DB1-5693-2291D93F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3358F-8421-D5C1-11D6-BA8B4100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8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A92A-9CCC-5BE1-7863-8D0EA783D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01B68-EEA8-0C30-FEED-EEA10F166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68034-60B8-4B16-FDDC-F5631D8C6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E138C-425F-F59E-BBCB-2BCEB427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86A43-BB8F-0F20-0A07-2D4BB187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64555-4666-3101-F0A9-AEC6A70F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4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999B-2C00-BF12-CC93-13DC4F35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CF02D-6EF6-5A68-5F4E-7851E2FF6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EB522-DE5B-6096-E1CA-5AA001B0F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025DE-B757-0CC3-DBD8-F43B5C9A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DDD4C-7922-8B7A-3B1E-59D05BCB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31EA1-F266-6472-B37E-699D85C0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2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2D8D-61F9-4E61-3B12-C1444DC8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43024-5FB3-81E4-2354-46B35ED47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1453-AEDE-996D-45D6-6F861E24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2C06E-508A-A593-C494-A3E0140B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A9F0-CC97-4AA7-109B-23A80FAF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3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217B4-DCBF-9D57-B52B-C7D15BB64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E1E45-E154-7E27-15F9-E0E60176C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619D-6B81-5B59-2822-66AE371B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603E6-BE26-08F5-DB4A-6B865486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0FDFA-BDC6-DB16-AC4F-4273C36A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1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A5267-B46C-2A11-019A-9A87A66B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C7CA-9375-794C-29EC-07FF5E93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44C6-7B4D-D5EF-74A8-15862B374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FF7D2-CF80-472D-82E7-644D9547841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B3455-D51F-DAE3-0F90-E38A17AD8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875A3-0EF9-6317-EAD6-42888294E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4A29B-405F-4E89-A4C5-054343E9F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78EB8-E1ED-B057-EEAB-46BF34139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Heart Disease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5CE77-58BA-31F7-0C0E-EF63719939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| Jay | Donovan</a:t>
            </a:r>
          </a:p>
        </p:txBody>
      </p:sp>
    </p:spTree>
    <p:extLst>
      <p:ext uri="{BB962C8B-B14F-4D97-AF65-F5344CB8AC3E}">
        <p14:creationId xmlns:p14="http://schemas.microsoft.com/office/powerpoint/2010/main" val="358955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BB96-5EB8-EA43-8676-88BCD865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47147-AEA0-AF75-48F9-892B1A26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Heart disease remains one of the leading causes of mortality worldwide</a:t>
            </a:r>
          </a:p>
          <a:p>
            <a:r>
              <a:rPr lang="en-US" dirty="0"/>
              <a:t>This project aims to develop predictive models for heart disease using structured clinical data. 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5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3EB-3DF5-D969-0C1F-8DEA400C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9097-3524-A986-A100-D419D0B87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Original contained 76 variables relating to heart disease</a:t>
            </a:r>
          </a:p>
          <a:p>
            <a:r>
              <a:rPr lang="en-US" dirty="0"/>
              <a:t>Most research papers only used 14 of these.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8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CF0E2-8771-6B8C-723D-4E22EB19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B22A-8F6D-4671-EE06-872D639F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Target Variable: Diagnoses of Heart Disease</a:t>
            </a:r>
          </a:p>
          <a:p>
            <a:r>
              <a:rPr lang="en-US" dirty="0"/>
              <a:t>Predictor Variables: Age, Sex, Chest Pain, Resting Blood Pressure, Cholesterol, Fasting Blood Sugar, Resting ECG, Max Heart Rate Achieved, Exercised induced Heart Attack, Old Peak, Slope, Number of major vessels, Resting Heart Rate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6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3AD2-F199-1614-4A26-2B8910079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18D0-D17F-8857-F8C2-508E33B5F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age_thalach_ratio</a:t>
            </a:r>
            <a:r>
              <a:rPr lang="en-US" dirty="0"/>
              <a:t>: age compared to max heart rate achieved</a:t>
            </a:r>
          </a:p>
          <a:p>
            <a:r>
              <a:rPr lang="en-US" dirty="0" err="1"/>
              <a:t>oldpeak_exang_interaction</a:t>
            </a:r>
            <a:r>
              <a:rPr lang="en-US" dirty="0"/>
              <a:t>: a rough interaction between exercise-induced angina and ST depression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88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9251-5719-447A-7A38-BA132F23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943A-5A26-9837-70E2-ABA692673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 </a:t>
            </a:r>
          </a:p>
          <a:p>
            <a:r>
              <a:rPr lang="en-US" dirty="0"/>
              <a:t>Random Forest </a:t>
            </a:r>
          </a:p>
          <a:p>
            <a:r>
              <a:rPr lang="en-US" dirty="0"/>
              <a:t>Gradient Boosting </a:t>
            </a:r>
          </a:p>
          <a:p>
            <a:r>
              <a:rPr lang="en-US" dirty="0" err="1"/>
              <a:t>MLPClassifier</a:t>
            </a:r>
            <a:r>
              <a:rPr lang="en-US" dirty="0"/>
              <a:t> </a:t>
            </a:r>
          </a:p>
          <a:p>
            <a:r>
              <a:rPr lang="en-US" dirty="0"/>
              <a:t>LSTM</a:t>
            </a:r>
          </a:p>
          <a:p>
            <a:r>
              <a:rPr lang="en-US" dirty="0"/>
              <a:t>GRU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6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459D-2EE4-1C01-66EE-E7AC9279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9DB105-70DA-B8AF-F698-CD051634B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2214" y="1425203"/>
            <a:ext cx="4710523" cy="498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9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3249-08C8-FF44-A110-13CB41F5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E573F7-6DE2-C544-06A0-0B4D343F9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999" y="2983066"/>
            <a:ext cx="4638709" cy="1304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77B144-7576-DB4B-FF32-4DCEC967A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095" y="3054005"/>
            <a:ext cx="4410107" cy="13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0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154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Heart Disease Prediction</vt:lpstr>
      <vt:lpstr>Problem Statement</vt:lpstr>
      <vt:lpstr>Project Plan</vt:lpstr>
      <vt:lpstr>Project Plan</vt:lpstr>
      <vt:lpstr>Added Features</vt:lpstr>
      <vt:lpstr>Models Used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Guthrie</dc:creator>
  <cp:lastModifiedBy>Daniel Guthrie</cp:lastModifiedBy>
  <cp:revision>1</cp:revision>
  <dcterms:created xsi:type="dcterms:W3CDTF">2026-04-21T23:34:29Z</dcterms:created>
  <dcterms:modified xsi:type="dcterms:W3CDTF">2026-04-22T00:06:48Z</dcterms:modified>
</cp:coreProperties>
</file>